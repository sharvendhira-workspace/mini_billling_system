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944" y="-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73300"/>
            <a:ext cx="7772400" cy="1470025"/>
          </a:xfrm>
        </p:spPr>
        <p:txBody>
          <a:bodyPr>
            <a:normAutofit/>
          </a:bodyPr>
          <a:lstStyle/>
          <a:p>
            <a:r>
              <a:rPr sz="3600">
                <a:latin typeface="a bug's life - debugged" pitchFamily="34" charset="0"/>
              </a:rPr>
              <a:t>Billing System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9851" y="3481387"/>
            <a:ext cx="3790950" cy="523875"/>
          </a:xfrm>
        </p:spPr>
        <p:txBody>
          <a:bodyPr>
            <a:normAutofit/>
          </a:bodyPr>
          <a:lstStyle/>
          <a:p>
            <a:r>
              <a:rPr sz="1600"/>
              <a:t>Program +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algn="ctr">
              <a:buNone/>
            </a:pPr>
            <a:r>
              <a:rPr sz="2400" b="1" smtClean="0"/>
              <a:t>Simple </a:t>
            </a:r>
            <a:r>
              <a:rPr sz="2400" b="1"/>
              <a:t>Billing System written in C</a:t>
            </a:r>
          </a:p>
          <a:p>
            <a:pPr algn="ctr"/>
            <a:endParaRPr lang="en-IN" sz="2400" dirty="0" smtClean="0"/>
          </a:p>
          <a:p>
            <a:pPr algn="ctr"/>
            <a:r>
              <a:rPr sz="2400" smtClean="0"/>
              <a:t>Uses </a:t>
            </a:r>
            <a:r>
              <a:rPr sz="2400"/>
              <a:t>structure to store items</a:t>
            </a:r>
          </a:p>
          <a:p>
            <a:pPr algn="ctr"/>
            <a:endParaRPr lang="en-IN" sz="2400" dirty="0" smtClean="0"/>
          </a:p>
          <a:p>
            <a:pPr algn="ctr"/>
            <a:r>
              <a:rPr sz="2400" smtClean="0"/>
              <a:t>Provides </a:t>
            </a:r>
            <a:r>
              <a:rPr sz="2400"/>
              <a:t>menu-driven interface</a:t>
            </a:r>
          </a:p>
          <a:p>
            <a:pPr algn="ctr"/>
            <a:endParaRPr lang="en-IN" sz="2400" dirty="0" smtClean="0"/>
          </a:p>
          <a:p>
            <a:pPr algn="ctr">
              <a:buNone/>
            </a:pPr>
            <a:r>
              <a:rPr sz="2400" smtClean="0"/>
              <a:t>Calculates </a:t>
            </a:r>
            <a:r>
              <a:rPr sz="2400"/>
              <a:t>total bill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5300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Structure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4525"/>
            <a:ext cx="8229600" cy="4525963"/>
          </a:xfrm>
        </p:spPr>
        <p:txBody>
          <a:bodyPr/>
          <a:lstStyle/>
          <a:p>
            <a:r>
              <a:rPr sz="2400"/>
              <a:t>struct Item {</a:t>
            </a:r>
          </a:p>
          <a:p>
            <a:r>
              <a:rPr sz="2400"/>
              <a:t>    char name[50];</a:t>
            </a:r>
          </a:p>
          <a:p>
            <a:r>
              <a:rPr sz="2400"/>
              <a:t>    float price;</a:t>
            </a:r>
          </a:p>
          <a:p>
            <a:r>
              <a:rPr sz="2400"/>
              <a:t>    int qty;</a:t>
            </a:r>
          </a:p>
          <a:p>
            <a:r>
              <a:rPr sz="2400"/>
              <a:t>};</a:t>
            </a:r>
          </a:p>
          <a:p>
            <a:endParaRPr/>
          </a:p>
          <a:p>
            <a:pPr algn="ctr">
              <a:buNone/>
            </a:pPr>
            <a:r>
              <a:rPr sz="2400"/>
              <a:t>Stores details of each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650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Menu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r>
              <a:rPr sz="2400" smtClean="0"/>
              <a:t>User </a:t>
            </a:r>
            <a:r>
              <a:rPr sz="2400"/>
              <a:t>chooses from Add Item, View Bill, Exit</a:t>
            </a:r>
          </a:p>
          <a:p>
            <a:endParaRPr lang="en-IN" sz="2400" dirty="0" smtClean="0"/>
          </a:p>
          <a:p>
            <a:r>
              <a:rPr sz="2400" smtClean="0"/>
              <a:t>Loop </a:t>
            </a:r>
            <a:r>
              <a:rPr sz="2400"/>
              <a:t>continues until Exit (3) is selected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Adding an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08287"/>
            <a:ext cx="8229600" cy="4525963"/>
          </a:xfrm>
        </p:spPr>
        <p:txBody>
          <a:bodyPr>
            <a:normAutofit/>
          </a:bodyPr>
          <a:lstStyle/>
          <a:p>
            <a:r>
              <a:rPr sz="2400" smtClean="0"/>
              <a:t>User </a:t>
            </a:r>
            <a:r>
              <a:rPr sz="2400"/>
              <a:t>enters name, price, quantity</a:t>
            </a:r>
          </a:p>
          <a:p>
            <a:r>
              <a:rPr sz="2400" smtClean="0"/>
              <a:t>Stored </a:t>
            </a:r>
            <a:r>
              <a:rPr sz="2400"/>
              <a:t>in items array</a:t>
            </a:r>
          </a:p>
          <a:p>
            <a:r>
              <a:rPr sz="2400" smtClean="0"/>
              <a:t>count</a:t>
            </a:r>
            <a:r>
              <a:rPr sz="2400"/>
              <a:t>++ increments stored item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Viewing the Bill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8425"/>
            <a:ext cx="8229600" cy="4525963"/>
          </a:xfrm>
        </p:spPr>
        <p:txBody>
          <a:bodyPr>
            <a:normAutofit/>
          </a:bodyPr>
          <a:lstStyle/>
          <a:p>
            <a:r>
              <a:rPr sz="2400" smtClean="0"/>
              <a:t> </a:t>
            </a:r>
            <a:r>
              <a:rPr sz="2400"/>
              <a:t>Loops through stored items</a:t>
            </a:r>
          </a:p>
          <a:p>
            <a:r>
              <a:rPr sz="2400" smtClean="0"/>
              <a:t> </a:t>
            </a:r>
            <a:r>
              <a:rPr sz="2400"/>
              <a:t>Calculates amount = price × quantity</a:t>
            </a:r>
          </a:p>
          <a:p>
            <a:r>
              <a:rPr sz="2400" smtClean="0"/>
              <a:t> </a:t>
            </a:r>
            <a:r>
              <a:rPr sz="2400"/>
              <a:t>Displays table and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Full Program Code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r>
              <a:rPr sz="2400"/>
              <a:t>#include &lt;stdio.h&gt;</a:t>
            </a:r>
          </a:p>
          <a:p>
            <a:endParaRPr lang="en-IN" sz="2400" dirty="0" smtClean="0"/>
          </a:p>
          <a:p>
            <a:r>
              <a:rPr sz="2400" smtClean="0"/>
              <a:t>struct </a:t>
            </a:r>
            <a:r>
              <a:rPr sz="2400"/>
              <a:t>Item { char name[50]; float price; int qty; };</a:t>
            </a:r>
          </a:p>
          <a:p>
            <a:endParaRPr lang="en-IN" sz="2400" dirty="0" smtClean="0"/>
          </a:p>
          <a:p>
            <a:r>
              <a:rPr sz="2400" smtClean="0"/>
              <a:t>int </a:t>
            </a:r>
            <a:r>
              <a:rPr sz="2400"/>
              <a:t>main() {</a:t>
            </a:r>
          </a:p>
          <a:p>
            <a:endParaRPr lang="en-IN" sz="2400" dirty="0" smtClean="0"/>
          </a:p>
          <a:p>
            <a:r>
              <a:rPr sz="2400" smtClean="0"/>
              <a:t>struct </a:t>
            </a:r>
            <a:r>
              <a:rPr sz="2400"/>
              <a:t>Item items[50]; int count=0, choice; float total=0;</a:t>
            </a:r>
          </a:p>
          <a:p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Full Program Code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2514600"/>
            <a:ext cx="8686800" cy="4525963"/>
          </a:xfrm>
        </p:spPr>
        <p:txBody>
          <a:bodyPr>
            <a:normAutofit/>
          </a:bodyPr>
          <a:lstStyle/>
          <a:p>
            <a:r>
              <a:rPr sz="2000"/>
              <a:t>while(1){ printf("1.Add 2.View 3.Exit"); scanf("%d",&amp;choice);</a:t>
            </a:r>
          </a:p>
          <a:p>
            <a:endParaRPr lang="en-IN" sz="2000" dirty="0" smtClean="0"/>
          </a:p>
          <a:p>
            <a:r>
              <a:rPr sz="2000" smtClean="0"/>
              <a:t>if(choice</a:t>
            </a:r>
            <a:r>
              <a:rPr sz="2000"/>
              <a:t>==1){ scanf("%s",items[count].name); scanf("%f",&amp;items[count].price); scanf("%d",&amp;items[count].qty); count</a:t>
            </a:r>
            <a:r>
              <a:rPr sz="2000"/>
              <a:t>++; </a:t>
            </a:r>
            <a:r>
              <a:rPr sz="2000" smtClean="0"/>
              <a:t>}</a:t>
            </a:r>
            <a:endParaRPr sz="2000"/>
          </a:p>
          <a:p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600"/>
              <a:t>Full Program Code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r>
              <a:rPr sz="2400"/>
              <a:t>else if(choice==2){ for(int i=0;i&lt;count;i++){ </a:t>
            </a:r>
            <a:r>
              <a:rPr sz="2400"/>
              <a:t>float </a:t>
            </a:r>
            <a:r>
              <a:rPr sz="2400" smtClean="0"/>
              <a:t>amt = items[i</a:t>
            </a:r>
            <a:r>
              <a:rPr sz="2400"/>
              <a:t>].price*items[i].qty; total+=amt; }}</a:t>
            </a:r>
          </a:p>
          <a:p>
            <a:endParaRPr lang="en-IN" sz="2400" dirty="0" smtClean="0"/>
          </a:p>
          <a:p>
            <a:r>
              <a:rPr sz="2400" smtClean="0"/>
              <a:t>else </a:t>
            </a:r>
            <a:r>
              <a:rPr sz="2400"/>
              <a:t>if(choice==3) break; }</a:t>
            </a:r>
          </a:p>
          <a:p>
            <a:endParaRPr lang="en-IN" sz="2400" dirty="0" smtClean="0"/>
          </a:p>
          <a:p>
            <a:r>
              <a:rPr sz="2400" smtClean="0"/>
              <a:t>return </a:t>
            </a:r>
            <a:r>
              <a:rPr sz="2400"/>
              <a:t>0;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243</Words>
  <Application>Microsoft Macintosh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Billing System in C</vt:lpstr>
      <vt:lpstr>Slide 2</vt:lpstr>
      <vt:lpstr>Structure Definition</vt:lpstr>
      <vt:lpstr>Menu System</vt:lpstr>
      <vt:lpstr>Adding an Item</vt:lpstr>
      <vt:lpstr>Viewing the Bill</vt:lpstr>
      <vt:lpstr>Full Program Code (Part 1)</vt:lpstr>
      <vt:lpstr>Full Program Code (Part 2)</vt:lpstr>
      <vt:lpstr>Full Program Code (Part 3)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Billing System in C</dc:title>
  <dc:subject/>
  <dc:creator/>
  <cp:keywords/>
  <dc:description>generated using python-pptx</dc:description>
  <cp:lastModifiedBy>SOORYAA653</cp:lastModifiedBy>
  <cp:revision>2</cp:revision>
  <dcterms:created xsi:type="dcterms:W3CDTF">2013-01-27T09:14:16Z</dcterms:created>
  <dcterms:modified xsi:type="dcterms:W3CDTF">2025-11-23T15:51:30Z</dcterms:modified>
  <cp:category/>
</cp:coreProperties>
</file>